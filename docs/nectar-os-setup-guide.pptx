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54864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0104120" y="5669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SETUP 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넥타 셋업 가이드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OS를 본인 것으로 만드는 다섯 단계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5852160"/>
            <a:ext cx="11064240" cy="18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황수연 대표용</a:t>
            </a:r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by 박진호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0" y="5989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2026-05-17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셋업 5단계 + 추천 순서 + 트러블슈팅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1874520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p.3 — 접속 주소·구성·살아있는 모듈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95144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95144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한눈에 보기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2295144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p.4 — 5단계 요약 카드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15768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715768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자료 업로드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2715768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p.5–6 — PDF 2장 · 보도자료/링크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36392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36392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키 발급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3136392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p.7–10 — Anthropic · OpenAI · 기타 · .env.local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57016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557016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· SMTP 연동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3557016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p.11–14 — OAuth 3단계 + SMTP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77640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시드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977640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p.15–16 — 인맥/파트너 · 메모/재정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98264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398264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Cron 자동화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52160" y="4398264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p.17 — 정기 데이터 동기화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818888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🎯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818888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진행 순서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2160" y="4818888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p.18 — 50분 안에 80% 셋업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239512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5239512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트러블슈팅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52160" y="5239512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p.19 — 자주 발생하는 4가지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60136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✉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660136"/>
            <a:ext cx="4389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마무리 &amp; 연락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52160" y="5660136"/>
            <a:ext cx="5852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p.20 — 그 다음 무엇을 할지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00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란?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진호 OS(jinho-playground) 코드 fork · 개인 데이터 0% · 빈 셸로 시작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0" cy="137160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1371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접속 주소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http://76.13.220.152/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nginx :80 → next-server :3742 · 어디서나 접속 가능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486400" cy="137160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7452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Next.js 16 · React 19 · Tailwind 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VPS Ubuntu 24.04 · pm2 · nginx · Anthropic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274320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0440"/>
            <a:ext cx="54864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살아있는 모듈 (사이드바 메뉴)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🏠 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 — 미드데이/할 일/인맥/메일/예산 등 카드 모음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✅ /todos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할 일 듀얼 보드 + Google Tasks 동기화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📥 /inbox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4379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캡처 · 읽을거리 큐 (localStorage)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379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📝 /memo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43799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메모장 (AI 분류 · notes.db SQLite)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📧 /mail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94560" y="4690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메일 인사이트 · IMAP fetch + AI 요약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📨 /outreach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690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발송 · PDF 자동첨부 · AI draft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5001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📅 /calendar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5001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Calendar 통합 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5001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👥 /people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5001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인맥 CRM (lastContact, overdue 추적)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312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🤝 /partners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5312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파트너십 보드 · 자동 인입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5312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💰 /money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5312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재정 대시보드 · 카드 거래 파싱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5623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🗓 /weekly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9456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주간 회고 · KPI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5623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🗓 /monthly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월간 회고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셋업 5단계 한눈에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체크리스트 — 위에서부터 순서대로 진행하면 약 50분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1947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PDF 2장 업로드 + 보도자료 링크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 · OpenAI · (옵션 Perplexity·Telegram)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371600" y="36850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연동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0896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OAuth · Calendar · Tasks · SMTP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8912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371600" y="45537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시드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10896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인맥 · 파트너 · 메모 · 재정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수동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5257800"/>
            <a:ext cx="11247120" cy="7315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25780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394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71600" y="5422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Cron 자동화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08960" y="5440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fetch_*.py · brief 생성 cron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0" y="5440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옵션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자료 1/2 · PDF 업로드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회사 소개서 · 제품 소개서 PDF 업로드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발송 시 자동으로 첨부됩니다 — UI에서 드래그앤드롭 한 번이면 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140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/outreach 페이지 접속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사이드바 → 메일·발송 → 📨 외부 발송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82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상단 자료 슬롯 확인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🏢 회사 소개서  ·  📦 제품 소개서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51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슬롯에 PDF 드래그앤드롭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443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또는 슬롯 클릭 → 파일 선택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020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업로드 완료 확인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312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exists: true로 바뀌면 자동 저장됨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최대 용량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MB / 파일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허용 확장자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.pdf  .pptx  .ppt  .keynote  .key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경로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/public/files/company-deck.pdf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/public/files/product-deck.pdf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덮어쓰기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같은 슬롯 재업로드 시 자동 교체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삭제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4663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현재는 직접 파일 삭제 또는 새 파일로 덮어쓰기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5120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5120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인증 없음 — 외부에 노출 주의 (※ 향후 보호 권장)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자료 2/2 · 보도자료/링크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발송 메일 푸터에 들어갈 링크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빈 상태 — 코드 직접 편집 (향후 어드민 UI 추가 권장)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편집 대상 파일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/root/projects/nectar-os/src/app/api/outreach/draft/route.ts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LINKS — 홈페이지·뉴스레터·SNS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486400" cy="150876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LINKS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title: "🌐 NECTAR 홈페이지", url: "..."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title: "💌 뉴스레터 구독",    url: "..."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title: "📷 NECTAR 인스타",   url: "..."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NEWS_ITEMS — 보도자료·인터뷰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5486400" cy="150876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24612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NEWS_ITEMS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title: "NECTAR, ~~ 매체 인터뷰",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url: "https://..."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// 황수연이 직접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84632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편집 후 적용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303520"/>
            <a:ext cx="10789920" cy="68580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진호님에게 부탁하거나 직접 SSH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/root/projects/nectar-os &amp;&amp; npm run build &amp;&amp; pm2 restart nectar-os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API 키 1/4 · Anthropic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 API 키 발급 — 가장 중요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분석 거의 전 기능이 이 키 하나에 달림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발급 절차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140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console.anthropic.com 회원가입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Google/이메일 로그인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82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결제 카드 등록 (Billing)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 $5 충전부터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51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Settings → API Keys → Create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443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이름: NECTAR-OS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020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복사 (sk-ant-...)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5312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번만 표시 — 안전한 곳에 저장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5486400" cy="237744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28800"/>
            <a:ext cx="54864" cy="2377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키로 살아나는 기능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🎯 메인 시그널 카드 (HighlightsCard)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📧 메일 자동 분류·요약 (mail/insights)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2916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📅 캘린더 인사이트 코멘트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209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📨 외부 발송 메일 본문 draft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🗓 주간 진행업무 분석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💰 재정 AI 분석 + 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5486400" cy="173736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389120"/>
            <a:ext cx="54864" cy="17373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(참고)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4108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입력 $3 / 출력 $15 per 1M tok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5276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Opus 4.7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41080" y="5276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입력 $15 / 출력 $75 per 1M tok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5660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 예상 (가벼움)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56601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$10 – $30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API 키 2/4 · OpenAI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OpenAI API 키 발급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주로 /outreach 페이지의 메일 draft 생성에 사용 — gpt-4o-mini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발급 절차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140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platform.openai.com 가입/로그인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 계정과 별도 (Developer Platform)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82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Billing → Payment 결제 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 $5 prepaid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51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keys → Create new secret key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443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이름: NECTAR-OS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020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983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복사 (sk-proj-... 또는 sk-...)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5312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번만 표시 — 분실 시 재발급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사용처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📨 /outreach 외부 발송 draft 생성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 키만 있어도 outreach는 동작합니다.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(OpenAI는 보조 — 둘 다 있으면 더 좋음)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18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(gpt-4o-mini · 가장 저렴)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$0.15 per 1M tokens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453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453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$0.60 per 1M tokens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4837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월 예상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4837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$1 – $5 (가벼운 사용)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5349240"/>
            <a:ext cx="5486400" cy="77724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5349240"/>
            <a:ext cx="54864" cy="7772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결론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 키 1개부터 시작 — OpenAI는 나중에 추가도 OK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API 키 3/4 · 기타 (옵션)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Perplexity · Telegram Bot — 옵션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없어도 핵심 기능 동작 · 필요할 때 추가하면 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PERPLEXITY (외부 발송 draft 보조)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perplexity.ai/settings/api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발급 방식 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가입 → API → Generate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모델 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sonar-pro (검색 + 인용 포함)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Pro $20/월 또는 PAYG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발송 시 상대 회사 검색·요약을 자동으로 붙여줍니다. 처음엔 생략 가능.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TELEGRAM BOT (메모 캡처)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Telegram → @BotFather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/newbot 입력 → 봇 이름 정하기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토큰 받기 (XXXX:YYYYYY)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본인 chat_id 알아내기 (@userinfobot)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 .env.local 에 TELEGRAM_BOT_TOKEN / CHAT_ID 추가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외부에서 텔레그램으로 메모/할일/지출을 NECTAR-OS로 보낼 수 있습니다.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API 키 4/4 · .env.local 작성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.env.local 작성 + 적용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받은 키들을 한 파일에 모아 넣고 pm2 재시작 한 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경로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/root/projects/nectar-os/.env.local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 내용 (실제 키로 치환)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242316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10972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AI 분석 (필수 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ANTHROPIC_API_KEY=sk-ant-api03-xxxxxxxxxxxxxxxxxxxxxxxx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OPENAI_API_KEY=sk-proj-xxxxxxxxxxxxxxxxxxxxxxxx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외부 검색 (옵션)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PERPLEXITY_API_KEY=pplx-xxxxxxxxxxxxxxxxxxxxxxxx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텔레그램 (옵션)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TELEGRAM_BOT_TOKEN=1234567890:AAAA-XXXX...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TELEGRAM_CHAT_ID=123456789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메일 fetch 모드 (mock / live)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GMAIL_FETCH_MODE=mock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pm2 restart nectar-os --update-env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Google 1/4 · OAuth 클라이언트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Cloud Console 프로젝트 + OAuth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Gmail/Calendar/Tasks 연동의 시작점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15544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프로젝트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console.cloud.google.com → 상단 프로젝트 선택 → 새 프로젝트 → 이름 "NECTAR-OS"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사용 설정: Gmail API · Google Calendar API · Google Tasks API (라이브러리에서 검색 후 사용 설정)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47120" cy="137160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2044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OAuth 동의 화면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APIs &amp; Services → OAuth consent screen → External · 앱 이름 NECTAR-OS · 본인 이메일 등록 · 테스트 사용자에 본인 추가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074920"/>
            <a:ext cx="54864" cy="13716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OAuth 클라이언트 ID (데스크톱 앱)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Credentials → Create credentials → OAuth client ID → Application type: Desktop app → JSON 다운로드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Google 2/4 · refresh_token 발급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refresh_token 얻기 (Gmail 읽기 권한)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OAuth Playground로 1회만 — 받은 토큰을 .env.local에 영구 저장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OAUTH PLAYGROUND 방법 (쉬움)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developers.google.com/oauthplayground 접속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우측 상단 ⚙ → Use your own OAuth credentials 체크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OAuth Client ID/Secret 입력 (위 단계 JSON에서)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 Step 1 — Scope에서  https://www.googleapis.com/auth/gmail.readonly  입력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 Authorize APIs → 본인 Google 계정 로그인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  Step 2 — Exchange authorization code for tokens 클릭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 Refresh token 복사 (1//xxxx...)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.env.local 에 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2331720"/>
            <a:ext cx="5029200" cy="182880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4231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GOOGLE_OAUTH_CLIENT_ID=xxx.apps...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GOOGLE_OAUTH_CLIENT_SECRET=GOCSPX-xx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GOOGLE_OAUTH_REDIRECT_URI=\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http://76.13.220.152/api/auth/gmail/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callback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GMAIL_REFRESH_TOKEN=1//xxxxxxxx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GMAIL_FETCH_MODE=live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709160"/>
            <a:ext cx="5029200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8006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pm2 restart nectar-os --update-env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718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refresh_token은 1회 발급 후 영구 사용 — 분실 시 위 절차 재수행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Google 3/4 · Service Account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Calendar / Tasks Service Account JSON 배치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서버 사이드에서 캘린더·할일을 fetch할 때 사용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2011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2011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Service Account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Google Cloud Console → IAM &amp; Admin → Service Accounts → Create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이름 NECTAR-OS-CALENDAR · Role 없음 (Skip)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생성된 서비스 계정 → Keys → Add key → JSON → 다운로드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본인 Google Calendar 설정 → 캘린더 공유 → 서비스 계정 email 추가 (이벤트 변경 권한)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47120" cy="146304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77640"/>
            <a:ext cx="54864" cy="1463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JSON 배치 (NECTAR VPS)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78992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scp로 NECTAR VPS에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scp google-sa.json root@76.13.220.152:/root/.openclaw/workspace/data/google-calendar-sa.json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ssh root@76.13.220.152 'chmod 600 /root/.openclaw/workspace/data/google-calendar-sa.json'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577840"/>
            <a:ext cx="54864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/calendar 페이지 또는 메인 ScheduleCard에 이벤트가 표시되면 성공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Google 4/4 · SMTP 외부 발송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SMTP 설정 — 외부 발송 실제 전송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Gmail / NECTAR 메일 서버 / Naver Works 중 택1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GMAIL SMTP (가장 쉬움)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Google 계정 → 2FA 활성화 (필수)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myaccount.google.com/apppasswords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App Password 생성 (앱: NECTAR-OS)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16자리 비밀번호 복사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SMTP 정보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389120"/>
            <a:ext cx="502920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host: smtp.gmail.com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port: 587 (TLS)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user: 본인@gmail.com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pass: &lt;App Password&gt;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스크립트 편집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2331720"/>
            <a:ext cx="50292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/root/projects/nectar-os/scripts/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outreach_send.py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상단의 SMTP_HOST / SMTP_PORT / SMTP_USER / SMTP_PASS 환경변수를 .env.local에 설정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.env.local 추가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4206240"/>
            <a:ext cx="5029200" cy="164592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297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SMTP_HOST=smtp.gmail.com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SMTP_PORT=587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SMTP_USER=ceo@nectar.kr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SMTP_PASS=xxxxxxxxxxxxxxxx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SMTP_FROM_NAME=황수연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데이터 시드 1/2 · 인맥 · 파트너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인맥(/people) · 파트너(/partners) 채우기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있는 상태 — 페이지에서 직접 추가 또는 CSV 임포트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/people · 인맥 CRM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 (필수)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직책/소속 한 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internal / external-press / external-analyst / external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Instagram/Slack/이메일 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lastContact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최근 연락일 (YYYY-MM-DD)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matchKeywords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사람을 일정에서 자동 매칭할 키워드 [배열]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위치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532120"/>
            <a:ext cx="5029200" cy="54864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public/people.json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updatedAt, people: [ ... ] 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/partners · 파트너십 보드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파트너 회사/팀명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예: 와인 도매 · 호텔 · 레스토랑 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neg / signed / paused / done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담당자 이름 + 연락처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메모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4709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lastTouch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마지막 컨택 (YYYY-MM-DD)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위치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5532120"/>
            <a:ext cx="5029200" cy="54864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public/partners.json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{ updatedAt, partners: [ ... ] }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데이터 시드 2/2 · 메모 · 재정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메모(/memo) · 재정(/money) 채우기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메모는 직접 작성 · 재정은 자동 파싱 또는 수동 입력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4297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/memo · 메모장 (AI 분류)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페이지 우측 상단 「+」 버튼으로 새 메모 작성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제목 + 본문 입력 → 저장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ANTHROPIC_API_KEY 있으면 자동 카테고리·태그 분류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Telegram 봇 연동 시 외부에서 텍스트 전송 → 메모 자동 저장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AI 검색: 자연어로 메모 찾기 (예: "지난주 와이너리 미팅")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위치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349240"/>
            <a:ext cx="502920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data/notes.db (SQLite)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public/notes.json (대시보드용 캐시)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54864" cy="4297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/money · 재정 대시보드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모드 (Gmail 연동 후)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 승인 / 인보이스 메일을 매시간 자동 파싱 → 카테고리 분류 → 대시보드 업데이트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수동 모드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/money 페이지에서 직접 거래 추가 또는 CSV 업로드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분석 + 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ANTHROPIC_API_KEY 있으면 월별 자동 분석 + 자유 질문 가능 (예: "이번 달 회식비 추이")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CRON 자동화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정기 데이터 동기화 (옵션 · 마지막 단계)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scripts/ 폴더의 진호 자동화 스크립트 — 자격증명 교체 후 활성화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scripts/ 안의 주요 파이썬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384048"/>
          </a:xfrm>
          <a:prstGeom prst="rect">
            <a:avLst/>
          </a:prstGeom>
          <a:solidFill>
            <a:srgbClr val="18181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fetch_calendar.py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1945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Calendar → public/events.json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0" y="2194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*/15 * * * 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247120" cy="384048"/>
          </a:xfrm>
          <a:prstGeom prst="rect">
            <a:avLst/>
          </a:prstGeom>
          <a:solidFill>
            <a:srgbClr val="0A0A0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fetch_ceo_mail.py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Gmail IMAP → data/ceo_mail.db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*/15 * * * *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1247120" cy="384048"/>
          </a:xfrm>
          <a:prstGeom prst="rect">
            <a:avLst/>
          </a:prstGeom>
          <a:solidFill>
            <a:srgbClr val="18181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fetch_people_contacts.py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108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Contacts → public/people.json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3108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*/15 * * * *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1247120" cy="384048"/>
          </a:xfrm>
          <a:prstGeom prst="rect">
            <a:avLst/>
          </a:prstGeom>
          <a:solidFill>
            <a:srgbClr val="0A0A0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generate_morning_brief.py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566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모닝 브리프 AI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0" y="3566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7 * * *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1247120" cy="384048"/>
          </a:xfrm>
          <a:prstGeom prst="rect">
            <a:avLst/>
          </a:prstGeom>
          <a:solidFill>
            <a:srgbClr val="18181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23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generate_evening_wrap.py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023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이브닝 리뷰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19 * * *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1247120" cy="384048"/>
          </a:xfrm>
          <a:prstGeom prst="rect">
            <a:avLst/>
          </a:prstGeom>
          <a:solidFill>
            <a:srgbClr val="0A0A0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80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generate_weekly_brief.py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4805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주간 브리프 (월요일 아침)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4480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8 * *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937760"/>
            <a:ext cx="11247120" cy="384048"/>
          </a:xfrm>
          <a:prstGeom prst="rect">
            <a:avLst/>
          </a:prstGeom>
          <a:solidFill>
            <a:srgbClr val="18181B"/>
          </a:solidFill>
          <a:ln w="3175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937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auto_partner_ingest.py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협업 제안 메일 → /partners 자동 인입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* * * 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crontab 등록 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crontab -e   # 한 줄씩 추가 후 저장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🎯 RECOMMENDED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진행 순서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50분 안에 80% 셋업 — 위에서부터 차근차근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713232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1975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PDF 2장 업로드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/outreach 페이지에서 드래그앤드롭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1247120" cy="713232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54864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 + OpenAI 키 발급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51760" y="310896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.env.local 작성 후 pm2 restart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1247120" cy="713232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21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3712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OAuth + Service Account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397764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Calendar/Gmail 활성화 — 메인이 살아남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11247120" cy="713232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34840"/>
            <a:ext cx="54864" cy="7132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4663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수동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51760" y="4581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인맥 · 파트너 입력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51760" y="48463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추가 또는 기존 데이터 import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11247120" cy="713232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303520"/>
            <a:ext cx="54864" cy="7132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458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71600" y="5532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옵션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51760" y="5449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Cron 활성화 + SMTP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651760" y="57150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fully 자동화 단계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🛠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8288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발생하는 4가지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4가지만 알면 셋업 후 대부분의 막힘은 해결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9601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9601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페이지가 안 열려요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40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 캐시 또는 확장 프로그램(Adobe Acrobat 등) 충돌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487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</a:t>
            </a:r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Chrome 시크릿창 또는 다른 브라우저로 접속 · F12 콘솔 캡처해서 진호님께 전달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9601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960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🪶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63040" y="3035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카드가 모두 비어 있어요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시드 단계가 안 됨 (인맥/파트너/캘린더 비어있음)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584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</a:t>
            </a:r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③ Google OAuth 완료 후 cron 1회 수동 실행 또는 직접 데이터 입력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9601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63040" y="41330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응답이 없어요 / 분석이 안 돼요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ANTHROPIC_API_KEY 미설정 또는 잔액 부족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4681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</a:t>
            </a:r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.env.local 확인 · console.anthropic.com 잔액 확인 · pm2 restart nectar-os --update-env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20640"/>
            <a:ext cx="54864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57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463040" y="5230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발송이 안 가요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SMTP 설정 안 됨 또는 App Password 오류 (Gmail 2FA 미활성)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</a:t>
            </a:r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scripts/outreach_send.py 로그 확인 · 2FA + App Password 재발급 · 포트 587(TLS) 확인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 · 진호 OS fork · 2026-05-17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566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 끝.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 황수연 대표가 본인 것으로 채울 차례.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657600" cy="219456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49040"/>
            <a:ext cx="54864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✉ 도움이 필요할 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막히는 곳은 진호님께 화면 캡처와 함께 전달.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대부분 5분 안에 잡힙니다.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749040"/>
            <a:ext cx="3657600" cy="219456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3749040"/>
            <a:ext cx="54864" cy="2194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🔒 데이터 안전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NECTAR-OS는 진호 OS와 완전 분리된 fork.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양쪽 운영 데이터는 절대 섞이지 않습니다.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749040"/>
            <a:ext cx="3657600" cy="2194560"/>
          </a:xfrm>
          <a:prstGeom prst="rect">
            <a:avLst/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749040"/>
            <a:ext cx="54864" cy="21945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📦 다음 단계 (선택)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private repo로 백업 권장.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주기적인 DB 백업 cron도 추가하면 안전.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http://76.13.220.152/   ·   2026-05-17   ·   made by 박진호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NECTAR-OS 셋업 가이드</dc:title>
  <dc:subject>PptxGenJS Presentation</dc:subject>
  <dc:creator>박진호 (for 황수연 대표)</dc:creator>
  <cp:lastModifiedBy>박진호 (for 황수연 대표)</cp:lastModifiedBy>
  <cp:revision>1</cp:revision>
  <dcterms:created xsi:type="dcterms:W3CDTF">2026-05-17T07:04:50Z</dcterms:created>
  <dcterms:modified xsi:type="dcterms:W3CDTF">2026-05-17T07:04:50Z</dcterms:modified>
</cp:coreProperties>
</file>